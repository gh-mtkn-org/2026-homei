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</p:sldIdLst>
  <p:sldSz cx="8640763" cy="1219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F9EBE-A13C-46A6-9A53-1563AC499526}" v="5" dt="2026-05-25T02:18:49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21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tazawa-mamoru" userId="26633275334_tp_box_2" providerId="OAuth2" clId="{B5DDB074-611E-4B00-941A-947182B0CDA7}"/>
    <pc:docChg chg="undo custSel modSld modMainMaster">
      <pc:chgData name="hatazawa-mamoru" userId="26633275334_tp_box_2" providerId="OAuth2" clId="{B5DDB074-611E-4B00-941A-947182B0CDA7}" dt="2026-05-25T02:18:55.029" v="59" actId="1037"/>
      <pc:docMkLst>
        <pc:docMk/>
      </pc:docMkLst>
      <pc:sldChg chg="modSp mod">
        <pc:chgData name="hatazawa-mamoru" userId="26633275334_tp_box_2" providerId="OAuth2" clId="{B5DDB074-611E-4B00-941A-947182B0CDA7}" dt="2026-05-25T02:18:55.029" v="59" actId="1037"/>
        <pc:sldMkLst>
          <pc:docMk/>
          <pc:sldMk cId="865637195" sldId="256"/>
        </pc:sldMkLst>
        <pc:spChg chg="mod">
          <ac:chgData name="hatazawa-mamoru" userId="26633275334_tp_box_2" providerId="OAuth2" clId="{B5DDB074-611E-4B00-941A-947182B0CDA7}" dt="2026-05-25T02:18:18.491" v="56" actId="1036"/>
          <ac:spMkLst>
            <pc:docMk/>
            <pc:sldMk cId="865637195" sldId="256"/>
            <ac:spMk id="6" creationId="{B595DF75-1E74-D706-DC87-CBF20E622648}"/>
          </ac:spMkLst>
        </pc:spChg>
        <pc:spChg chg="mod">
          <ac:chgData name="hatazawa-mamoru" userId="26633275334_tp_box_2" providerId="OAuth2" clId="{B5DDB074-611E-4B00-941A-947182B0CDA7}" dt="2026-05-25T02:17:46.772" v="37" actId="14100"/>
          <ac:spMkLst>
            <pc:docMk/>
            <pc:sldMk cId="865637195" sldId="256"/>
            <ac:spMk id="8" creationId="{A60CA5FA-44D4-A4C9-79D0-32C73678E3C6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k cId="865637195" sldId="256"/>
            <ac:spMk id="9" creationId="{7A18C9FB-EC4C-4DAE-8F7D-C6E5AF607958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k cId="865637195" sldId="256"/>
            <ac:spMk id="11" creationId="{4EB7CBBE-178B-4DB3-AD92-DED458BAE7CE}"/>
          </ac:spMkLst>
        </pc:spChg>
        <pc:picChg chg="mod">
          <ac:chgData name="hatazawa-mamoru" userId="26633275334_tp_box_2" providerId="OAuth2" clId="{B5DDB074-611E-4B00-941A-947182B0CDA7}" dt="2026-05-25T02:18:55.029" v="59" actId="1037"/>
          <ac:picMkLst>
            <pc:docMk/>
            <pc:sldMk cId="865637195" sldId="256"/>
            <ac:picMk id="4" creationId="{16431650-7D94-300C-4F21-4C90E79F8744}"/>
          </ac:picMkLst>
        </pc:picChg>
      </pc:sldChg>
      <pc:sldMasterChg chg="modSp modSldLayout">
        <pc:chgData name="hatazawa-mamoru" userId="26633275334_tp_box_2" providerId="OAuth2" clId="{B5DDB074-611E-4B00-941A-947182B0CDA7}" dt="2026-05-25T02:16:11.183" v="18"/>
        <pc:sldMasterMkLst>
          <pc:docMk/>
          <pc:sldMasterMk cId="501536628" sldId="2147483722"/>
        </pc:sldMasterMkLst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2" creationId="{A3A2F988-7148-4375-83D8-12EE5EBC7BE0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3" creationId="{F6896238-C5B3-4F3C-97FA-890E1A51A203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4" creationId="{1D6E4474-0442-4E4B-9E5B-CA7B3951C1DA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5" creationId="{E0626A98-F887-40E1-B9BA-9D93DE90E022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6" creationId="{482C8119-73F6-4713-9AD3-3628DCDFB8F2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8" creationId="{A6EF5A53-0A64-4CA5-B9C7-1CB97CB5CF1C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11" creationId="{34ABFBEA-4EB0-4D02-A2C0-1733CD3D6F12}"/>
          </ac:spMkLst>
        </pc:spChg>
        <pc:spChg chg="mod">
          <ac:chgData name="hatazawa-mamoru" userId="26633275334_tp_box_2" providerId="OAuth2" clId="{B5DDB074-611E-4B00-941A-947182B0CDA7}" dt="2026-05-25T02:16:11.183" v="18"/>
          <ac:spMkLst>
            <pc:docMk/>
            <pc:sldMasterMk cId="501536628" sldId="2147483722"/>
            <ac:spMk id="12" creationId="{19E083F6-57F4-487B-A766-EA0462B1EED8}"/>
          </ac:spMkLst>
        </pc:spChg>
        <pc:sldLayoutChg chg="modSp">
          <pc:chgData name="hatazawa-mamoru" userId="26633275334_tp_box_2" providerId="OAuth2" clId="{B5DDB074-611E-4B00-941A-947182B0CDA7}" dt="2026-05-25T02:16:11.183" v="18"/>
          <pc:sldLayoutMkLst>
            <pc:docMk/>
            <pc:sldMasterMk cId="501536628" sldId="2147483722"/>
            <pc:sldLayoutMk cId="1228651369" sldId="2147483712"/>
          </pc:sldLayoutMkLst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228651369" sldId="2147483712"/>
              <ac:spMk id="2" creationId="{89727076-58C8-494C-B6B1-DC86F62DDC24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228651369" sldId="2147483712"/>
              <ac:spMk id="3" creationId="{49F29E36-0340-452F-8D0A-1BC3F3A388CF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228651369" sldId="2147483712"/>
              <ac:spMk id="4" creationId="{4A051C2E-E587-45E8-BDB1-DFF2F2791BF6}"/>
            </ac:spMkLst>
          </pc:spChg>
        </pc:sldLayoutChg>
        <pc:sldLayoutChg chg="modSp">
          <pc:chgData name="hatazawa-mamoru" userId="26633275334_tp_box_2" providerId="OAuth2" clId="{B5DDB074-611E-4B00-941A-947182B0CDA7}" dt="2026-05-25T02:16:11.183" v="18"/>
          <pc:sldLayoutMkLst>
            <pc:docMk/>
            <pc:sldMasterMk cId="501536628" sldId="2147483722"/>
            <pc:sldLayoutMk cId="1065946794" sldId="2147483713"/>
          </pc:sldLayoutMkLst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065946794" sldId="2147483713"/>
              <ac:spMk id="2" creationId="{2BE104FB-422C-4023-9381-EB12F1582D44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065946794" sldId="2147483713"/>
              <ac:spMk id="3" creationId="{14DBA3AA-DE44-4B1F-91D1-09F67B89B941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065946794" sldId="2147483713"/>
              <ac:spMk id="4" creationId="{4A27B131-5117-4106-80DB-2AB208C4C953}"/>
            </ac:spMkLst>
          </pc:spChg>
        </pc:sldLayoutChg>
        <pc:sldLayoutChg chg="modSp">
          <pc:chgData name="hatazawa-mamoru" userId="26633275334_tp_box_2" providerId="OAuth2" clId="{B5DDB074-611E-4B00-941A-947182B0CDA7}" dt="2026-05-25T02:16:11.183" v="18"/>
          <pc:sldLayoutMkLst>
            <pc:docMk/>
            <pc:sldMasterMk cId="501536628" sldId="2147483722"/>
            <pc:sldLayoutMk cId="1328027170" sldId="2147483716"/>
          </pc:sldLayoutMkLst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328027170" sldId="2147483716"/>
              <ac:spMk id="2" creationId="{3B21F0D7-112D-48B1-B32B-170B1AA2B51E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1328027170" sldId="2147483716"/>
              <ac:spMk id="3" creationId="{4B27A7C1-8E5B-41DA-9802-F242D382B66B}"/>
            </ac:spMkLst>
          </pc:spChg>
        </pc:sldLayoutChg>
        <pc:sldLayoutChg chg="modSp">
          <pc:chgData name="hatazawa-mamoru" userId="26633275334_tp_box_2" providerId="OAuth2" clId="{B5DDB074-611E-4B00-941A-947182B0CDA7}" dt="2026-05-25T02:16:11.183" v="18"/>
          <pc:sldLayoutMkLst>
            <pc:docMk/>
            <pc:sldMasterMk cId="501536628" sldId="2147483722"/>
            <pc:sldLayoutMk cId="3867289814" sldId="2147483717"/>
          </pc:sldLayoutMkLst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3867289814" sldId="2147483717"/>
              <ac:spMk id="2" creationId="{078DD129-A8C2-419E-B641-6CC90F50732D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3867289814" sldId="2147483717"/>
              <ac:spMk id="3" creationId="{D1B33C04-8A23-4499-A6EF-1D190F0FB38E}"/>
            </ac:spMkLst>
          </pc:spChg>
        </pc:sldLayoutChg>
        <pc:sldLayoutChg chg="modSp">
          <pc:chgData name="hatazawa-mamoru" userId="26633275334_tp_box_2" providerId="OAuth2" clId="{B5DDB074-611E-4B00-941A-947182B0CDA7}" dt="2026-05-25T02:16:11.183" v="18"/>
          <pc:sldLayoutMkLst>
            <pc:docMk/>
            <pc:sldMasterMk cId="501536628" sldId="2147483722"/>
            <pc:sldLayoutMk cId="3489959861" sldId="2147483719"/>
          </pc:sldLayoutMkLst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3489959861" sldId="2147483719"/>
              <ac:spMk id="2" creationId="{9328453A-F2B4-4EDB-B8FA-150267BC1A9A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3489959861" sldId="2147483719"/>
              <ac:spMk id="3" creationId="{24C46C51-ADF1-48FC-A4D9-38C369E78304}"/>
            </ac:spMkLst>
          </pc:spChg>
        </pc:sldLayoutChg>
        <pc:sldLayoutChg chg="modSp">
          <pc:chgData name="hatazawa-mamoru" userId="26633275334_tp_box_2" providerId="OAuth2" clId="{B5DDB074-611E-4B00-941A-947182B0CDA7}" dt="2026-05-25T02:16:11.183" v="18"/>
          <pc:sldLayoutMkLst>
            <pc:docMk/>
            <pc:sldMasterMk cId="501536628" sldId="2147483722"/>
            <pc:sldLayoutMk cId="4170269900" sldId="2147483720"/>
          </pc:sldLayoutMkLst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4170269900" sldId="2147483720"/>
              <ac:spMk id="3" creationId="{062747A5-C962-477F-89AA-A32385D57996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4170269900" sldId="2147483720"/>
              <ac:spMk id="4" creationId="{0CD08312-30FC-44D8-B2A9-B5CAAD9F066F}"/>
            </ac:spMkLst>
          </pc:spChg>
        </pc:sldLayoutChg>
        <pc:sldLayoutChg chg="modSp">
          <pc:chgData name="hatazawa-mamoru" userId="26633275334_tp_box_2" providerId="OAuth2" clId="{B5DDB074-611E-4B00-941A-947182B0CDA7}" dt="2026-05-25T02:16:11.183" v="18"/>
          <pc:sldLayoutMkLst>
            <pc:docMk/>
            <pc:sldMasterMk cId="501536628" sldId="2147483722"/>
            <pc:sldLayoutMk cId="2690894646" sldId="2147483721"/>
          </pc:sldLayoutMkLst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2690894646" sldId="2147483721"/>
              <ac:spMk id="2" creationId="{8A4FFAE2-03F4-4A94-86C4-9305B237CA89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2690894646" sldId="2147483721"/>
              <ac:spMk id="3" creationId="{75BAC5A5-E184-46B6-8AB5-C8E132D3624B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2690894646" sldId="2147483721"/>
              <ac:spMk id="4" creationId="{8FDCFE87-5D80-45CB-9D13-DFC9AFCEC7F9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2690894646" sldId="2147483721"/>
              <ac:spMk id="5" creationId="{DAAC1E5A-8423-4749-8EDA-E13425F69658}"/>
            </ac:spMkLst>
          </pc:spChg>
          <pc:spChg chg="mod">
            <ac:chgData name="hatazawa-mamoru" userId="26633275334_tp_box_2" providerId="OAuth2" clId="{B5DDB074-611E-4B00-941A-947182B0CDA7}" dt="2026-05-25T02:16:11.183" v="18"/>
            <ac:spMkLst>
              <pc:docMk/>
              <pc:sldMasterMk cId="501536628" sldId="2147483722"/>
              <pc:sldLayoutMk cId="2690894646" sldId="2147483721"/>
              <ac:spMk id="6" creationId="{DA832AAA-4BB8-4A3D-9C79-516F82F8001D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51" y="2709333"/>
            <a:ext cx="7560667" cy="4064000"/>
          </a:xfrm>
        </p:spPr>
        <p:txBody>
          <a:bodyPr anchor="b"/>
          <a:lstStyle>
            <a:lvl1pPr algn="ctr">
              <a:defRPr sz="368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51" y="8128003"/>
            <a:ext cx="7560667" cy="2709333"/>
          </a:xfrm>
        </p:spPr>
        <p:txBody>
          <a:bodyPr/>
          <a:lstStyle>
            <a:lvl1pPr marL="0" indent="0" algn="ctr">
              <a:buNone/>
              <a:defRPr sz="1473"/>
            </a:lvl1pPr>
            <a:lvl2pPr marL="280568" indent="0" algn="ctr">
              <a:buNone/>
              <a:defRPr sz="1227"/>
            </a:lvl2pPr>
            <a:lvl3pPr marL="561136" indent="0" algn="ctr">
              <a:buNone/>
              <a:defRPr sz="1105"/>
            </a:lvl3pPr>
            <a:lvl4pPr marL="841704" indent="0" algn="ctr">
              <a:buNone/>
              <a:defRPr sz="982"/>
            </a:lvl4pPr>
            <a:lvl5pPr marL="1122272" indent="0" algn="ctr">
              <a:buNone/>
              <a:defRPr sz="982"/>
            </a:lvl5pPr>
            <a:lvl6pPr marL="1402841" indent="0" algn="ctr">
              <a:buNone/>
              <a:defRPr sz="982"/>
            </a:lvl6pPr>
            <a:lvl7pPr marL="1683409" indent="0" algn="ctr">
              <a:buNone/>
              <a:defRPr sz="982"/>
            </a:lvl7pPr>
            <a:lvl8pPr marL="1963977" indent="0" algn="ctr">
              <a:buNone/>
              <a:defRPr sz="982"/>
            </a:lvl8pPr>
            <a:lvl9pPr marL="2244545" indent="0" algn="ctr">
              <a:buNone/>
              <a:defRPr sz="98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8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51" y="2709339"/>
            <a:ext cx="7560667" cy="5401733"/>
          </a:xfrm>
        </p:spPr>
        <p:txBody>
          <a:bodyPr anchor="b"/>
          <a:lstStyle>
            <a:lvl1pPr>
              <a:defRPr sz="368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51" y="8159046"/>
            <a:ext cx="7560667" cy="2678288"/>
          </a:xfrm>
        </p:spPr>
        <p:txBody>
          <a:bodyPr/>
          <a:lstStyle>
            <a:lvl1pPr marL="0" indent="0">
              <a:buNone/>
              <a:defRPr sz="1473">
                <a:solidFill>
                  <a:schemeClr val="tx1">
                    <a:tint val="75000"/>
                  </a:schemeClr>
                </a:solidFill>
              </a:defRPr>
            </a:lvl1pPr>
            <a:lvl2pPr marL="280568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2pPr>
            <a:lvl3pPr marL="561136" indent="0">
              <a:buNone/>
              <a:defRPr sz="1105">
                <a:solidFill>
                  <a:schemeClr val="tx1">
                    <a:tint val="75000"/>
                  </a:schemeClr>
                </a:solidFill>
              </a:defRPr>
            </a:lvl3pPr>
            <a:lvl4pPr marL="841704" indent="0">
              <a:buNone/>
              <a:defRPr sz="982">
                <a:solidFill>
                  <a:schemeClr val="tx1">
                    <a:tint val="75000"/>
                  </a:schemeClr>
                </a:solidFill>
              </a:defRPr>
            </a:lvl4pPr>
            <a:lvl5pPr marL="1122272" indent="0">
              <a:buNone/>
              <a:defRPr sz="982">
                <a:solidFill>
                  <a:schemeClr val="tx1">
                    <a:tint val="75000"/>
                  </a:schemeClr>
                </a:solidFill>
              </a:defRPr>
            </a:lvl5pPr>
            <a:lvl6pPr marL="1402841" indent="0">
              <a:buNone/>
              <a:defRPr sz="982">
                <a:solidFill>
                  <a:schemeClr val="tx1">
                    <a:tint val="75000"/>
                  </a:schemeClr>
                </a:solidFill>
              </a:defRPr>
            </a:lvl6pPr>
            <a:lvl7pPr marL="1683409" indent="0">
              <a:buNone/>
              <a:defRPr sz="982">
                <a:solidFill>
                  <a:schemeClr val="tx1">
                    <a:tint val="75000"/>
                  </a:schemeClr>
                </a:solidFill>
              </a:defRPr>
            </a:lvl7pPr>
            <a:lvl8pPr marL="1963977" indent="0">
              <a:buNone/>
              <a:defRPr sz="982">
                <a:solidFill>
                  <a:schemeClr val="tx1">
                    <a:tint val="75000"/>
                  </a:schemeClr>
                </a:solidFill>
              </a:defRPr>
            </a:lvl8pPr>
            <a:lvl9pPr marL="2244545" indent="0">
              <a:buNone/>
              <a:defRPr sz="9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59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49" y="4064003"/>
            <a:ext cx="3650722" cy="6773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9995" y="4064003"/>
            <a:ext cx="3650724" cy="6773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6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51" y="1354672"/>
            <a:ext cx="7560667" cy="27093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49" y="4064004"/>
            <a:ext cx="3650722" cy="1354665"/>
          </a:xfrm>
        </p:spPr>
        <p:txBody>
          <a:bodyPr anchor="b"/>
          <a:lstStyle>
            <a:lvl1pPr marL="0" indent="0">
              <a:buNone/>
              <a:defRPr sz="1473" b="1"/>
            </a:lvl1pPr>
            <a:lvl2pPr marL="280568" indent="0">
              <a:buNone/>
              <a:defRPr sz="1227" b="1"/>
            </a:lvl2pPr>
            <a:lvl3pPr marL="561136" indent="0">
              <a:buNone/>
              <a:defRPr sz="1105" b="1"/>
            </a:lvl3pPr>
            <a:lvl4pPr marL="841704" indent="0">
              <a:buNone/>
              <a:defRPr sz="982" b="1"/>
            </a:lvl4pPr>
            <a:lvl5pPr marL="1122272" indent="0">
              <a:buNone/>
              <a:defRPr sz="982" b="1"/>
            </a:lvl5pPr>
            <a:lvl6pPr marL="1402841" indent="0">
              <a:buNone/>
              <a:defRPr sz="982" b="1"/>
            </a:lvl6pPr>
            <a:lvl7pPr marL="1683409" indent="0">
              <a:buNone/>
              <a:defRPr sz="982" b="1"/>
            </a:lvl7pPr>
            <a:lvl8pPr marL="1963977" indent="0">
              <a:buNone/>
              <a:defRPr sz="982" b="1"/>
            </a:lvl8pPr>
            <a:lvl9pPr marL="2244545" indent="0">
              <a:buNone/>
              <a:defRPr sz="9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49" y="5418671"/>
            <a:ext cx="3650722" cy="5418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9993" y="4064006"/>
            <a:ext cx="3650724" cy="1354665"/>
          </a:xfrm>
        </p:spPr>
        <p:txBody>
          <a:bodyPr anchor="b"/>
          <a:lstStyle>
            <a:lvl1pPr marL="0" indent="0">
              <a:buNone/>
              <a:defRPr sz="1473" b="1"/>
            </a:lvl1pPr>
            <a:lvl2pPr marL="280568" indent="0">
              <a:buNone/>
              <a:defRPr sz="1227" b="1"/>
            </a:lvl2pPr>
            <a:lvl3pPr marL="561136" indent="0">
              <a:buNone/>
              <a:defRPr sz="1105" b="1"/>
            </a:lvl3pPr>
            <a:lvl4pPr marL="841704" indent="0">
              <a:buNone/>
              <a:defRPr sz="982" b="1"/>
            </a:lvl4pPr>
            <a:lvl5pPr marL="1122272" indent="0">
              <a:buNone/>
              <a:defRPr sz="982" b="1"/>
            </a:lvl5pPr>
            <a:lvl6pPr marL="1402841" indent="0">
              <a:buNone/>
              <a:defRPr sz="982" b="1"/>
            </a:lvl6pPr>
            <a:lvl7pPr marL="1683409" indent="0">
              <a:buNone/>
              <a:defRPr sz="982" b="1"/>
            </a:lvl7pPr>
            <a:lvl8pPr marL="1963977" indent="0">
              <a:buNone/>
              <a:defRPr sz="982" b="1"/>
            </a:lvl8pPr>
            <a:lvl9pPr marL="2244545" indent="0">
              <a:buNone/>
              <a:defRPr sz="9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9993" y="5418671"/>
            <a:ext cx="3650724" cy="5418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9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1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48" y="1354668"/>
            <a:ext cx="2700239" cy="2709337"/>
          </a:xfrm>
        </p:spPr>
        <p:txBody>
          <a:bodyPr anchor="t" anchorCtr="0"/>
          <a:lstStyle>
            <a:lvl1pPr>
              <a:defRPr sz="1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0336" y="1354673"/>
            <a:ext cx="4320382" cy="9482667"/>
          </a:xfrm>
        </p:spPr>
        <p:txBody>
          <a:bodyPr/>
          <a:lstStyle>
            <a:lvl1pPr>
              <a:defRPr sz="1963"/>
            </a:lvl1pPr>
            <a:lvl2pPr>
              <a:defRPr sz="1719"/>
            </a:lvl2pPr>
            <a:lvl3pPr>
              <a:defRPr sz="1473"/>
            </a:lvl3pPr>
            <a:lvl4pPr>
              <a:defRPr sz="1227"/>
            </a:lvl4pPr>
            <a:lvl5pPr>
              <a:defRPr sz="1227"/>
            </a:lvl5pPr>
            <a:lvl6pPr>
              <a:defRPr sz="1227"/>
            </a:lvl6pPr>
            <a:lvl7pPr>
              <a:defRPr sz="1227"/>
            </a:lvl7pPr>
            <a:lvl8pPr>
              <a:defRPr sz="1227"/>
            </a:lvl8pPr>
            <a:lvl9pPr>
              <a:defRPr sz="12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48" y="4064003"/>
            <a:ext cx="2700239" cy="6773335"/>
          </a:xfrm>
        </p:spPr>
        <p:txBody>
          <a:bodyPr/>
          <a:lstStyle>
            <a:lvl1pPr marL="0" indent="0">
              <a:buNone/>
              <a:defRPr sz="982"/>
            </a:lvl1pPr>
            <a:lvl2pPr marL="280568" indent="0">
              <a:buNone/>
              <a:defRPr sz="859"/>
            </a:lvl2pPr>
            <a:lvl3pPr marL="561136" indent="0">
              <a:buNone/>
              <a:defRPr sz="736"/>
            </a:lvl3pPr>
            <a:lvl4pPr marL="841704" indent="0">
              <a:buNone/>
              <a:defRPr sz="614"/>
            </a:lvl4pPr>
            <a:lvl5pPr marL="1122272" indent="0">
              <a:buNone/>
              <a:defRPr sz="614"/>
            </a:lvl5pPr>
            <a:lvl6pPr marL="1402841" indent="0">
              <a:buNone/>
              <a:defRPr sz="614"/>
            </a:lvl6pPr>
            <a:lvl7pPr marL="1683409" indent="0">
              <a:buNone/>
              <a:defRPr sz="614"/>
            </a:lvl7pPr>
            <a:lvl8pPr marL="1963977" indent="0">
              <a:buNone/>
              <a:defRPr sz="614"/>
            </a:lvl8pPr>
            <a:lvl9pPr marL="2244545" indent="0">
              <a:buNone/>
              <a:defRPr sz="6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5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50" y="1354672"/>
            <a:ext cx="2700238" cy="2709333"/>
          </a:xfrm>
        </p:spPr>
        <p:txBody>
          <a:bodyPr anchor="t" anchorCtr="0"/>
          <a:lstStyle>
            <a:lvl1pPr>
              <a:defRPr sz="19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0336" y="1354673"/>
            <a:ext cx="4267503" cy="9482667"/>
          </a:xfrm>
        </p:spPr>
        <p:txBody>
          <a:bodyPr/>
          <a:lstStyle>
            <a:lvl1pPr marL="0" indent="0">
              <a:buNone/>
              <a:defRPr sz="1963"/>
            </a:lvl1pPr>
            <a:lvl2pPr marL="280568" indent="0">
              <a:buNone/>
              <a:defRPr sz="1719"/>
            </a:lvl2pPr>
            <a:lvl3pPr marL="561136" indent="0">
              <a:buNone/>
              <a:defRPr sz="1473"/>
            </a:lvl3pPr>
            <a:lvl4pPr marL="841704" indent="0">
              <a:buNone/>
              <a:defRPr sz="1227"/>
            </a:lvl4pPr>
            <a:lvl5pPr marL="1122272" indent="0">
              <a:buNone/>
              <a:defRPr sz="1227"/>
            </a:lvl5pPr>
            <a:lvl6pPr marL="1402841" indent="0">
              <a:buNone/>
              <a:defRPr sz="1227"/>
            </a:lvl6pPr>
            <a:lvl7pPr marL="1683409" indent="0">
              <a:buNone/>
              <a:defRPr sz="1227"/>
            </a:lvl7pPr>
            <a:lvl8pPr marL="1963977" indent="0">
              <a:buNone/>
              <a:defRPr sz="1227"/>
            </a:lvl8pPr>
            <a:lvl9pPr marL="2244545" indent="0">
              <a:buNone/>
              <a:defRPr sz="122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50" y="4064004"/>
            <a:ext cx="2700238" cy="6773333"/>
          </a:xfrm>
        </p:spPr>
        <p:txBody>
          <a:bodyPr/>
          <a:lstStyle>
            <a:lvl1pPr marL="0" indent="0">
              <a:buNone/>
              <a:defRPr sz="982"/>
            </a:lvl1pPr>
            <a:lvl2pPr marL="280568" indent="0">
              <a:buNone/>
              <a:defRPr sz="859"/>
            </a:lvl2pPr>
            <a:lvl3pPr marL="561136" indent="0">
              <a:buNone/>
              <a:defRPr sz="736"/>
            </a:lvl3pPr>
            <a:lvl4pPr marL="841704" indent="0">
              <a:buNone/>
              <a:defRPr sz="614"/>
            </a:lvl4pPr>
            <a:lvl5pPr marL="1122272" indent="0">
              <a:buNone/>
              <a:defRPr sz="614"/>
            </a:lvl5pPr>
            <a:lvl6pPr marL="1402841" indent="0">
              <a:buNone/>
              <a:defRPr sz="614"/>
            </a:lvl6pPr>
            <a:lvl7pPr marL="1683409" indent="0">
              <a:buNone/>
              <a:defRPr sz="614"/>
            </a:lvl7pPr>
            <a:lvl8pPr marL="1963977" indent="0">
              <a:buNone/>
              <a:defRPr sz="614"/>
            </a:lvl8pPr>
            <a:lvl9pPr marL="2244545" indent="0">
              <a:buNone/>
              <a:defRPr sz="6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4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37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80574" y="1354666"/>
            <a:ext cx="1620143" cy="94826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51" y="1354666"/>
            <a:ext cx="5400476" cy="94826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2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5781661" y="11101936"/>
            <a:ext cx="2859104" cy="1090069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5611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2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1223340"/>
            <a:ext cx="317856" cy="2905337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552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5180391" y="10922795"/>
            <a:ext cx="3131334" cy="1276727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11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51" y="1354672"/>
            <a:ext cx="7560667" cy="270933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51" y="4064006"/>
            <a:ext cx="7560667" cy="6787703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54327" y="345464"/>
            <a:ext cx="1446389" cy="649111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736" spc="67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48" y="11300184"/>
            <a:ext cx="4686675" cy="649111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736" spc="67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20622" y="11300184"/>
            <a:ext cx="1080096" cy="649111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736" spc="61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36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561136" rtl="0" eaLnBrk="1" latinLnBrk="0" hangingPunct="1">
        <a:lnSpc>
          <a:spcPct val="110000"/>
        </a:lnSpc>
        <a:spcBef>
          <a:spcPct val="0"/>
        </a:spcBef>
        <a:buNone/>
        <a:defRPr sz="2700" kern="1200" spc="86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285" indent="-140285" algn="l" defTabSz="561136" rtl="0" eaLnBrk="1" latinLnBrk="0" hangingPunct="1">
        <a:lnSpc>
          <a:spcPct val="125000"/>
        </a:lnSpc>
        <a:spcBef>
          <a:spcPts val="614"/>
        </a:spcBef>
        <a:buFont typeface="Arial" panose="020B0604020202020204" pitchFamily="34" charset="0"/>
        <a:buChar char="•"/>
        <a:defRPr sz="1473" kern="1200" spc="86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420852" indent="-140285" algn="l" defTabSz="561136" rtl="0" eaLnBrk="1" latinLnBrk="0" hangingPunct="1">
        <a:lnSpc>
          <a:spcPct val="125000"/>
        </a:lnSpc>
        <a:spcBef>
          <a:spcPts val="306"/>
        </a:spcBef>
        <a:buFont typeface="Arial" panose="020B0604020202020204" pitchFamily="34" charset="0"/>
        <a:buChar char="•"/>
        <a:defRPr sz="1227" kern="1200" spc="86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701420" indent="-140285" algn="l" defTabSz="561136" rtl="0" eaLnBrk="1" latinLnBrk="0" hangingPunct="1">
        <a:lnSpc>
          <a:spcPct val="125000"/>
        </a:lnSpc>
        <a:spcBef>
          <a:spcPts val="306"/>
        </a:spcBef>
        <a:buFont typeface="Arial" panose="020B0604020202020204" pitchFamily="34" charset="0"/>
        <a:buChar char="•"/>
        <a:defRPr sz="1105" kern="1200" spc="86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981988" indent="-140285" algn="l" defTabSz="561136" rtl="0" eaLnBrk="1" latinLnBrk="0" hangingPunct="1">
        <a:lnSpc>
          <a:spcPct val="125000"/>
        </a:lnSpc>
        <a:spcBef>
          <a:spcPts val="306"/>
        </a:spcBef>
        <a:buFont typeface="Arial" panose="020B0604020202020204" pitchFamily="34" charset="0"/>
        <a:buChar char="•"/>
        <a:defRPr sz="982" kern="1200" spc="86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262556" indent="-140285" algn="l" defTabSz="561136" rtl="0" eaLnBrk="1" latinLnBrk="0" hangingPunct="1">
        <a:lnSpc>
          <a:spcPct val="125000"/>
        </a:lnSpc>
        <a:spcBef>
          <a:spcPts val="306"/>
        </a:spcBef>
        <a:buFont typeface="Arial" panose="020B0604020202020204" pitchFamily="34" charset="0"/>
        <a:buChar char="•"/>
        <a:defRPr sz="982" kern="1200" spc="86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1543125" indent="-140285" algn="l" defTabSz="561136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6pPr>
      <a:lvl7pPr marL="1823693" indent="-140285" algn="l" defTabSz="561136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7pPr>
      <a:lvl8pPr marL="2104261" indent="-140285" algn="l" defTabSz="561136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8pPr>
      <a:lvl9pPr marL="2384829" indent="-140285" algn="l" defTabSz="561136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1pPr>
      <a:lvl2pPr marL="280568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2pPr>
      <a:lvl3pPr marL="561136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3pPr>
      <a:lvl4pPr marL="841704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4pPr>
      <a:lvl5pPr marL="1122272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5pPr>
      <a:lvl6pPr marL="1402841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6pPr>
      <a:lvl7pPr marL="1683409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7pPr>
      <a:lvl8pPr marL="1963977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8pPr>
      <a:lvl9pPr marL="2244545" algn="l" defTabSz="561136" rtl="0" eaLnBrk="1" latinLnBrk="0" hangingPunct="1">
        <a:defRPr sz="1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2" y="3991670"/>
            <a:ext cx="7482079" cy="420867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5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6431650-7D94-300C-4F21-4C90E79F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65" r="1" b="12651"/>
          <a:stretch>
            <a:fillRect/>
          </a:stretch>
        </p:blipFill>
        <p:spPr>
          <a:xfrm>
            <a:off x="4458" y="1795108"/>
            <a:ext cx="7293219" cy="7870591"/>
          </a:xfrm>
          <a:custGeom>
            <a:avLst/>
            <a:gdLst/>
            <a:ahLst/>
            <a:cxnLst/>
            <a:rect l="l" t="t" r="r" b="b"/>
            <a:pathLst>
              <a:path w="5333999" h="6125491">
                <a:moveTo>
                  <a:pt x="0" y="0"/>
                </a:moveTo>
                <a:lnTo>
                  <a:pt x="201347" y="12133"/>
                </a:lnTo>
                <a:cubicBezTo>
                  <a:pt x="834520" y="59989"/>
                  <a:pt x="1489622" y="165274"/>
                  <a:pt x="2149412" y="288819"/>
                </a:cubicBezTo>
                <a:cubicBezTo>
                  <a:pt x="4194087" y="671477"/>
                  <a:pt x="4738431" y="1884930"/>
                  <a:pt x="5125148" y="3309606"/>
                </a:cubicBezTo>
                <a:cubicBezTo>
                  <a:pt x="5383961" y="4263563"/>
                  <a:pt x="5599841" y="5130569"/>
                  <a:pt x="4496734" y="5829050"/>
                </a:cubicBezTo>
                <a:cubicBezTo>
                  <a:pt x="4342061" y="5927011"/>
                  <a:pt x="4177261" y="6012425"/>
                  <a:pt x="4005032" y="6088102"/>
                </a:cubicBezTo>
                <a:lnTo>
                  <a:pt x="3915032" y="6125491"/>
                </a:lnTo>
                <a:lnTo>
                  <a:pt x="0" y="612549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EB7CBBE-178B-4DB3-AD92-DED458BAE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6" y="4207948"/>
            <a:ext cx="3182480" cy="3992392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5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6" name="字幕 5">
            <a:extLst>
              <a:ext uri="{FF2B5EF4-FFF2-40B4-BE49-F238E27FC236}">
                <a16:creationId xmlns:a16="http://schemas.microsoft.com/office/drawing/2014/main" id="{B595DF75-1E74-D706-DC87-CBF20E622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856" y="9264641"/>
            <a:ext cx="7482079" cy="2476205"/>
          </a:xfrm>
        </p:spPr>
        <p:txBody>
          <a:bodyPr/>
          <a:lstStyle/>
          <a:p>
            <a:pPr algn="l">
              <a:lnSpc>
                <a:spcPts val="2400"/>
              </a:lnSpc>
              <a:spcBef>
                <a:spcPts val="1091"/>
              </a:spcBef>
              <a:spcAft>
                <a:spcPts val="1091"/>
              </a:spcAft>
            </a:pPr>
            <a:endParaRPr lang="en-US" altLang="ja-JP" sz="3491" b="1" i="1" dirty="0">
              <a:solidFill>
                <a:schemeClr val="tx1"/>
              </a:solidFill>
            </a:endParaRPr>
          </a:p>
          <a:p>
            <a:pPr algn="l">
              <a:lnSpc>
                <a:spcPts val="2400"/>
              </a:lnSpc>
              <a:spcBef>
                <a:spcPts val="960"/>
              </a:spcBef>
              <a:spcAft>
                <a:spcPts val="960"/>
              </a:spcAft>
            </a:pPr>
            <a:r>
              <a:rPr lang="ja-JP" altLang="en-US" sz="3491" b="1" i="1" dirty="0">
                <a:solidFill>
                  <a:schemeClr val="tx1"/>
                </a:solidFill>
              </a:rPr>
              <a:t>店主：羽鳥祐司（鳳鳴</a:t>
            </a:r>
            <a:r>
              <a:rPr lang="en-US" altLang="ja-JP" sz="3491" b="1" i="1" dirty="0">
                <a:solidFill>
                  <a:schemeClr val="tx1"/>
                </a:solidFill>
              </a:rPr>
              <a:t>30</a:t>
            </a:r>
            <a:r>
              <a:rPr lang="ja-JP" altLang="en-US" sz="3491" b="1" i="1" dirty="0">
                <a:solidFill>
                  <a:schemeClr val="tx1"/>
                </a:solidFill>
              </a:rPr>
              <a:t>期卒）</a:t>
            </a:r>
            <a:endParaRPr lang="en-US" altLang="ja-JP" sz="3491" b="1" i="1" dirty="0">
              <a:solidFill>
                <a:schemeClr val="tx1"/>
              </a:solidFill>
            </a:endParaRPr>
          </a:p>
          <a:p>
            <a:pPr algn="l">
              <a:lnSpc>
                <a:spcPts val="2400"/>
              </a:lnSpc>
              <a:spcBef>
                <a:spcPts val="960"/>
              </a:spcBef>
              <a:spcAft>
                <a:spcPts val="960"/>
              </a:spcAft>
            </a:pPr>
            <a:r>
              <a:rPr lang="ja-JP" altLang="en-US" sz="3491" b="1" i="1" dirty="0">
                <a:solidFill>
                  <a:schemeClr val="tx1"/>
                </a:solidFill>
              </a:rPr>
              <a:t>住所：藤沢市朝日町</a:t>
            </a:r>
            <a:r>
              <a:rPr lang="en-US" altLang="ja-JP" sz="3491" b="1" i="1" dirty="0">
                <a:solidFill>
                  <a:schemeClr val="tx1"/>
                </a:solidFill>
              </a:rPr>
              <a:t>12-11</a:t>
            </a:r>
          </a:p>
          <a:p>
            <a:pPr algn="l">
              <a:lnSpc>
                <a:spcPts val="2400"/>
              </a:lnSpc>
              <a:spcBef>
                <a:spcPts val="960"/>
              </a:spcBef>
              <a:spcAft>
                <a:spcPts val="960"/>
              </a:spcAft>
            </a:pPr>
            <a:r>
              <a:rPr lang="ja-JP" altLang="en-US" sz="3491" b="1" i="1" dirty="0">
                <a:solidFill>
                  <a:schemeClr val="tx1"/>
                </a:solidFill>
              </a:rPr>
              <a:t>電話：</a:t>
            </a:r>
            <a:r>
              <a:rPr lang="en-US" altLang="ja-JP" sz="3491" b="1" i="1" dirty="0">
                <a:solidFill>
                  <a:schemeClr val="tx1"/>
                </a:solidFill>
              </a:rPr>
              <a:t>0466-50-5093</a:t>
            </a:r>
          </a:p>
          <a:p>
            <a:pPr algn="l">
              <a:lnSpc>
                <a:spcPts val="2400"/>
              </a:lnSpc>
              <a:spcBef>
                <a:spcPts val="960"/>
              </a:spcBef>
              <a:spcAft>
                <a:spcPts val="960"/>
              </a:spcAft>
            </a:pPr>
            <a:r>
              <a:rPr lang="en-US" altLang="ja-JP" sz="3491" b="1" i="1" dirty="0">
                <a:solidFill>
                  <a:schemeClr val="tx1"/>
                </a:solidFill>
              </a:rPr>
              <a:t>https://Fujisawa-shenlon.com</a:t>
            </a:r>
            <a:endParaRPr lang="ja-JP" altLang="en-US" sz="3491" b="1" i="1" dirty="0">
              <a:solidFill>
                <a:schemeClr val="tx1"/>
              </a:solidFill>
            </a:endParaRPr>
          </a:p>
        </p:txBody>
      </p:sp>
      <p:sp>
        <p:nvSpPr>
          <p:cNvPr id="8" name="字幕 5">
            <a:extLst>
              <a:ext uri="{FF2B5EF4-FFF2-40B4-BE49-F238E27FC236}">
                <a16:creationId xmlns:a16="http://schemas.microsoft.com/office/drawing/2014/main" id="{A60CA5FA-44D4-A4C9-79D0-32C73678E3C6}"/>
              </a:ext>
            </a:extLst>
          </p:cNvPr>
          <p:cNvSpPr txBox="1">
            <a:spLocks/>
          </p:cNvSpPr>
          <p:nvPr/>
        </p:nvSpPr>
        <p:spPr>
          <a:xfrm>
            <a:off x="579343" y="431155"/>
            <a:ext cx="7482077" cy="2357289"/>
          </a:xfrm>
          <a:prstGeom prst="rect">
            <a:avLst/>
          </a:prstGeom>
        </p:spPr>
        <p:txBody>
          <a:bodyPr lIns="67339" tIns="67339" rIns="67339" bIns="56116"/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spc="14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14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14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14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14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36"/>
              </a:lnSpc>
              <a:spcBef>
                <a:spcPts val="1310"/>
              </a:spcBef>
              <a:spcAft>
                <a:spcPts val="1310"/>
              </a:spcAft>
            </a:pPr>
            <a:r>
              <a:rPr kumimoji="0" lang="ja-JP" altLang="en-US" sz="3055" b="1" i="1" dirty="0"/>
              <a:t>手間暇かけた料理と純米酒が楽しめる</a:t>
            </a:r>
            <a:endParaRPr kumimoji="0" lang="en-US" altLang="ja-JP" sz="3055" b="1" i="1" dirty="0"/>
          </a:p>
          <a:p>
            <a:pPr>
              <a:lnSpc>
                <a:spcPts val="4036"/>
              </a:lnSpc>
              <a:spcBef>
                <a:spcPts val="1310"/>
              </a:spcBef>
              <a:spcAft>
                <a:spcPts val="1310"/>
              </a:spcAft>
            </a:pPr>
            <a:r>
              <a:rPr kumimoji="0" lang="ja-JP" altLang="en-US" sz="3055" b="1" i="1" dirty="0"/>
              <a:t>一軒家レストラン  </a:t>
            </a:r>
            <a:r>
              <a:rPr kumimoji="0" lang="ja-JP" altLang="en-US" sz="5236" b="1" i="1" dirty="0"/>
              <a:t>しぇんろん</a:t>
            </a:r>
            <a:endParaRPr kumimoji="0" lang="ja-JP" altLang="en-US" sz="3682" b="1" dirty="0"/>
          </a:p>
        </p:txBody>
      </p:sp>
    </p:spTree>
    <p:extLst>
      <p:ext uri="{BB962C8B-B14F-4D97-AF65-F5344CB8AC3E}">
        <p14:creationId xmlns:p14="http://schemas.microsoft.com/office/powerpoint/2010/main" val="865637195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Yu Mincho Demibold"/>
        <a:ea typeface=""/>
        <a:cs typeface=""/>
      </a:majorFont>
      <a:minorFont>
        <a:latin typeface="Yu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34</Words>
  <Application>Microsoft Office PowerPoint</Application>
  <PresentationFormat>ユーザー設定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Yu Gothic</vt:lpstr>
      <vt:lpstr>Yu Mincho Demibold</vt:lpstr>
      <vt:lpstr>Arial</vt:lpstr>
      <vt:lpstr>Avenir Next LT Pro</vt:lpstr>
      <vt:lpstr>Avenir Next LT Pro Light</vt:lpstr>
      <vt:lpstr>PebbleVTI</vt:lpstr>
      <vt:lpstr>PowerPoint プレゼンテーション</vt:lpstr>
    </vt:vector>
  </TitlesOfParts>
  <Company>原子力損害賠償・廃炉等支援機構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畠澤守</dc:creator>
  <cp:lastModifiedBy>畠澤守</cp:lastModifiedBy>
  <cp:revision>4</cp:revision>
  <dcterms:created xsi:type="dcterms:W3CDTF">2026-05-22T23:09:39Z</dcterms:created>
  <dcterms:modified xsi:type="dcterms:W3CDTF">2026-05-25T02:18:58Z</dcterms:modified>
</cp:coreProperties>
</file>