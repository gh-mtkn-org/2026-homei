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127952-0F2A-4DB0-9D20-46F547051EB5}" v="5" dt="2026-06-03T23:46:03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140" d="100"/>
          <a:sy n="140" d="100"/>
        </p:scale>
        <p:origin x="-810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齋藤　剛" userId="9867c851-2d95-4152-8f05-506fa9a95ab7" providerId="ADAL" clId="{E6C00D32-B728-4A8F-91A3-5D0B6915E2F5}"/>
    <pc:docChg chg="undo custSel modSld">
      <pc:chgData name="齋藤　剛" userId="9867c851-2d95-4152-8f05-506fa9a95ab7" providerId="ADAL" clId="{E6C00D32-B728-4A8F-91A3-5D0B6915E2F5}" dt="2026-06-03T23:46:03.957" v="774" actId="164"/>
      <pc:docMkLst>
        <pc:docMk/>
      </pc:docMkLst>
      <pc:sldChg chg="addSp delSp modSp mod">
        <pc:chgData name="齋藤　剛" userId="9867c851-2d95-4152-8f05-506fa9a95ab7" providerId="ADAL" clId="{E6C00D32-B728-4A8F-91A3-5D0B6915E2F5}" dt="2026-06-03T23:46:03.957" v="774" actId="164"/>
        <pc:sldMkLst>
          <pc:docMk/>
          <pc:sldMk cId="2751945907" sldId="256"/>
        </pc:sldMkLst>
        <pc:spChg chg="add mod">
          <ac:chgData name="齋藤　剛" userId="9867c851-2d95-4152-8f05-506fa9a95ab7" providerId="ADAL" clId="{E6C00D32-B728-4A8F-91A3-5D0B6915E2F5}" dt="2026-06-03T23:45:54.296" v="773" actId="1035"/>
          <ac:spMkLst>
            <pc:docMk/>
            <pc:sldMk cId="2751945907" sldId="256"/>
            <ac:spMk id="2" creationId="{264AAFFC-9DF5-B938-82DC-8E5C6EA0BA93}"/>
          </ac:spMkLst>
        </pc:spChg>
        <pc:spChg chg="add mod">
          <ac:chgData name="齋藤　剛" userId="9867c851-2d95-4152-8f05-506fa9a95ab7" providerId="ADAL" clId="{E6C00D32-B728-4A8F-91A3-5D0B6915E2F5}" dt="2026-06-03T23:45:44.017" v="769" actId="164"/>
          <ac:spMkLst>
            <pc:docMk/>
            <pc:sldMk cId="2751945907" sldId="256"/>
            <ac:spMk id="11" creationId="{815B2D6C-C4F4-9DBD-0AAF-BE2AA51E78D6}"/>
          </ac:spMkLst>
        </pc:spChg>
        <pc:spChg chg="add del mod">
          <ac:chgData name="齋藤　剛" userId="9867c851-2d95-4152-8f05-506fa9a95ab7" providerId="ADAL" clId="{E6C00D32-B728-4A8F-91A3-5D0B6915E2F5}" dt="2026-06-03T23:35:33.376" v="715" actId="478"/>
          <ac:spMkLst>
            <pc:docMk/>
            <pc:sldMk cId="2751945907" sldId="256"/>
            <ac:spMk id="15" creationId="{6940C3AB-B2C5-7BE0-C23F-63DEE749824C}"/>
          </ac:spMkLst>
        </pc:spChg>
        <pc:grpChg chg="add mod">
          <ac:chgData name="齋藤　剛" userId="9867c851-2d95-4152-8f05-506fa9a95ab7" providerId="ADAL" clId="{E6C00D32-B728-4A8F-91A3-5D0B6915E2F5}" dt="2026-06-03T23:46:03.957" v="774" actId="164"/>
          <ac:grpSpMkLst>
            <pc:docMk/>
            <pc:sldMk cId="2751945907" sldId="256"/>
            <ac:grpSpMk id="4" creationId="{04A327A9-CE06-B2E9-95C2-94DB260F1840}"/>
          </ac:grpSpMkLst>
        </pc:grpChg>
        <pc:grpChg chg="add mod">
          <ac:chgData name="齋藤　剛" userId="9867c851-2d95-4152-8f05-506fa9a95ab7" providerId="ADAL" clId="{E6C00D32-B728-4A8F-91A3-5D0B6915E2F5}" dt="2026-06-03T23:44:14.958" v="764" actId="164"/>
          <ac:grpSpMkLst>
            <pc:docMk/>
            <pc:sldMk cId="2751945907" sldId="256"/>
            <ac:grpSpMk id="12" creationId="{34637E1D-C03D-0EB9-9BA6-E9A27558DA3F}"/>
          </ac:grpSpMkLst>
        </pc:grpChg>
        <pc:grpChg chg="add mod">
          <ac:chgData name="齋藤　剛" userId="9867c851-2d95-4152-8f05-506fa9a95ab7" providerId="ADAL" clId="{E6C00D32-B728-4A8F-91A3-5D0B6915E2F5}" dt="2026-06-03T23:45:44.017" v="769" actId="164"/>
          <ac:grpSpMkLst>
            <pc:docMk/>
            <pc:sldMk cId="2751945907" sldId="256"/>
            <ac:grpSpMk id="13" creationId="{F11AE39B-0940-8FEB-0F45-C858702734E5}"/>
          </ac:grpSpMkLst>
        </pc:grpChg>
        <pc:grpChg chg="add mod">
          <ac:chgData name="齋藤　剛" userId="9867c851-2d95-4152-8f05-506fa9a95ab7" providerId="ADAL" clId="{E6C00D32-B728-4A8F-91A3-5D0B6915E2F5}" dt="2026-06-03T23:46:03.957" v="774" actId="164"/>
          <ac:grpSpMkLst>
            <pc:docMk/>
            <pc:sldMk cId="2751945907" sldId="256"/>
            <ac:grpSpMk id="16" creationId="{40A7FA5B-3DA3-0CFC-1F92-AA5F3DF8A8D1}"/>
          </ac:grpSpMkLst>
        </pc:grpChg>
        <pc:picChg chg="add mod">
          <ac:chgData name="齋藤　剛" userId="9867c851-2d95-4152-8f05-506fa9a95ab7" providerId="ADAL" clId="{E6C00D32-B728-4A8F-91A3-5D0B6915E2F5}" dt="2026-06-03T23:45:44.017" v="769" actId="164"/>
          <ac:picMkLst>
            <pc:docMk/>
            <pc:sldMk cId="2751945907" sldId="256"/>
            <ac:picMk id="3" creationId="{209E34D6-18F8-434E-A1C3-6ACC3F1E5313}"/>
          </ac:picMkLst>
        </pc:picChg>
        <pc:picChg chg="add del mod">
          <ac:chgData name="齋藤　剛" userId="9867c851-2d95-4152-8f05-506fa9a95ab7" providerId="ADAL" clId="{E6C00D32-B728-4A8F-91A3-5D0B6915E2F5}" dt="2026-06-03T23:39:16.417" v="749" actId="478"/>
          <ac:picMkLst>
            <pc:docMk/>
            <pc:sldMk cId="2751945907" sldId="256"/>
            <ac:picMk id="6" creationId="{E1732A0C-A6CA-65D1-217F-93BAE7D931E3}"/>
          </ac:picMkLst>
        </pc:picChg>
        <pc:picChg chg="add del mod">
          <ac:chgData name="齋藤　剛" userId="9867c851-2d95-4152-8f05-506fa9a95ab7" providerId="ADAL" clId="{E6C00D32-B728-4A8F-91A3-5D0B6915E2F5}" dt="2026-06-03T23:39:13.857" v="748" actId="478"/>
          <ac:picMkLst>
            <pc:docMk/>
            <pc:sldMk cId="2751945907" sldId="256"/>
            <ac:picMk id="8" creationId="{7F8D24C5-9DC5-4B0A-7FE5-FF6C1380DA79}"/>
          </ac:picMkLst>
        </pc:picChg>
        <pc:picChg chg="add mod ord">
          <ac:chgData name="齋藤　剛" userId="9867c851-2d95-4152-8f05-506fa9a95ab7" providerId="ADAL" clId="{E6C00D32-B728-4A8F-91A3-5D0B6915E2F5}" dt="2026-06-03T23:46:03.957" v="774" actId="164"/>
          <ac:picMkLst>
            <pc:docMk/>
            <pc:sldMk cId="2751945907" sldId="256"/>
            <ac:picMk id="9" creationId="{BE6E80B8-17CD-A551-BBE4-68A5588C0293}"/>
          </ac:picMkLst>
        </pc:picChg>
        <pc:picChg chg="add mod">
          <ac:chgData name="齋藤　剛" userId="9867c851-2d95-4152-8f05-506fa9a95ab7" providerId="ADAL" clId="{E6C00D32-B728-4A8F-91A3-5D0B6915E2F5}" dt="2026-06-03T23:45:44.017" v="769" actId="164"/>
          <ac:picMkLst>
            <pc:docMk/>
            <pc:sldMk cId="2751945907" sldId="256"/>
            <ac:picMk id="10" creationId="{7D434194-CCB2-44A3-9A47-9644B7588178}"/>
          </ac:picMkLst>
        </pc:picChg>
        <pc:picChg chg="add mod">
          <ac:chgData name="齋藤　剛" userId="9867c851-2d95-4152-8f05-506fa9a95ab7" providerId="ADAL" clId="{E6C00D32-B728-4A8F-91A3-5D0B6915E2F5}" dt="2026-06-03T23:45:44.017" v="769" actId="164"/>
          <ac:picMkLst>
            <pc:docMk/>
            <pc:sldMk cId="2751945907" sldId="256"/>
            <ac:picMk id="14" creationId="{E85C92EA-68D3-6D18-8AF9-640A94C4955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B9F46D-FD3F-7EBF-0152-C376BF5DC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9A1605-EBE1-8DEA-03DD-B38D11A34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4D46CC-6E95-2FE5-926C-78EB500EB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8A3B3C-2F77-1B33-F6D4-73204925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D31D68-E35B-0F98-C4A1-7BF834B0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57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0661FC-CD16-6ACE-6815-523BF242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B71D83-A215-27A3-DC22-155799211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A08AA-540A-A03E-A09E-5C5D12624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9E12E7-5D44-3C38-F383-5C7C2519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D2B510-D158-EF30-8FA1-5C068F28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598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DB006A-E761-3E56-3A66-C00EB86D0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82ADE0-DB28-85CE-0076-CEA03EB89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45B3DA-0FD7-A7AD-B25D-EB98125C2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4B67E3-0210-F1C1-AA96-5FFB740E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258B31-5187-B67E-D7F2-43C12440A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96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B079AB-1B8B-63CB-6AFF-638E3D257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9C749E-0A9B-145F-C52E-7C9F6D916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3837C0-E034-E175-3418-E28ED159F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22E631-CC4D-9549-F4A8-1C980824C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83595C4-DB01-9C5A-B758-1B8941F4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D8A334-F717-C080-5ACB-D7CA24DCE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79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2B8803-91AA-C239-6099-C0857B63D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454B69-63BB-75F2-94A2-45FFFECD8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975B0B-8B1C-24AA-5C4F-E54A96BC7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BA8A670-CBED-AC3C-BA1A-81603BBD8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454388-B29B-10B6-EEA6-E471332D4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9AA9EDA-B7A8-D02B-4346-CA18C02CE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7CD53F8-354F-DC6C-6C6E-FB2E83062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2688D9F-C6A1-7583-0EEE-9566B559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42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D25768-9790-9CC0-7597-58673726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F23622F-B1F9-E9B3-2AC8-8AE296F7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784AAB-3467-C894-D9B6-D9F65A68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4EC87EF-0DA1-369E-0CD2-196E1C24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140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C351015-8952-4CFD-7FA8-AC809B0F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C974C-9A4B-F2BA-D4AD-DA8541E6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2553E9-CA4F-9C53-FA05-3358220D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440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1F0A8B-5BAD-0261-C68B-B9D8548A9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320ECF-D025-777A-E7FF-08FC66C3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AE277F-2C87-D8B2-26D6-B397ED9EF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E3F7E3-C23A-8BE3-ACFB-B6D63EFA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E7F124-E263-CCE0-A882-77851EE2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D0A39B-921D-C970-FB0F-7EA61F76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38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C38EBB-E048-D73A-3B32-31BC0183F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AD1D913-27DE-D80F-BFEC-04C0622D1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FAD1FD-1D76-08CF-8C52-2CB1C7B2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29EF4E-808D-44E7-7D14-2A7DB90D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8C3A87-3B48-E496-B191-C97B9F29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E9B3E5-EFB7-98ED-A8CB-BD391768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2181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CD252C-EC6F-23AA-8FA2-BEE1EC87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8F5C39-F5E1-3D88-028B-4304C614B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BBA15A-5F8D-0906-93FE-66DBFAF9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6A82DD-BF3B-4EC2-50C0-3B154643C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A4DF8F-1A66-D8DD-3C01-CDB3861B7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475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6E6184-B140-8A7E-0F08-0C7410307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FE58C54-6ED6-B5D7-AF26-52E34C98B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709A0C-C8C3-5B70-B2B0-0497ECA1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315464-6097-D0ED-9A1E-199C302E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B61B08-680F-4F88-312E-9B1240A9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494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DAF13F-56D0-CF25-215C-0B37AB78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455438-2310-B894-E138-381F65628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2E3F82-FDA1-61B7-DBBC-E60CA8E64D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324FAF-F2F3-4EE9-B44B-E05D392DEB2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BD3556-2304-5FC4-3AAE-58F128284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ED380D-9CA0-FAE2-4438-60E036F8E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22E4E-53A0-4C70-B458-45B542E93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42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40A7FA5B-3DA3-0CFC-1F92-AA5F3DF8A8D1}"/>
              </a:ext>
            </a:extLst>
          </p:cNvPr>
          <p:cNvGrpSpPr/>
          <p:nvPr/>
        </p:nvGrpSpPr>
        <p:grpSpPr>
          <a:xfrm>
            <a:off x="1517176" y="1229792"/>
            <a:ext cx="6984000" cy="1980000"/>
            <a:chOff x="1517176" y="1229792"/>
            <a:chExt cx="6984000" cy="1980000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BE6E80B8-17CD-A551-BBE4-68A5588C0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131" y="1247285"/>
              <a:ext cx="3162649" cy="1955401"/>
            </a:xfrm>
            <a:prstGeom prst="rect">
              <a:avLst/>
            </a:prstGeom>
          </p:spPr>
        </p:pic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04A327A9-CE06-B2E9-95C2-94DB260F1840}"/>
                </a:ext>
              </a:extLst>
            </p:cNvPr>
            <p:cNvGrpSpPr/>
            <p:nvPr/>
          </p:nvGrpSpPr>
          <p:grpSpPr>
            <a:xfrm>
              <a:off x="1517176" y="1229792"/>
              <a:ext cx="6984000" cy="1980000"/>
              <a:chOff x="1517176" y="1229792"/>
              <a:chExt cx="6984000" cy="1980000"/>
            </a:xfrm>
          </p:grpSpPr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264AAFFC-9DF5-B938-82DC-8E5C6EA0BA93}"/>
                  </a:ext>
                </a:extLst>
              </p:cNvPr>
              <p:cNvSpPr/>
              <p:nvPr/>
            </p:nvSpPr>
            <p:spPr>
              <a:xfrm>
                <a:off x="1517176" y="1229792"/>
                <a:ext cx="6984000" cy="1980000"/>
              </a:xfrm>
              <a:prstGeom prst="rect">
                <a:avLst/>
              </a:prstGeom>
              <a:solidFill>
                <a:schemeClr val="accent1">
                  <a:alpha val="22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7D434194-CCB2-44A3-9A47-9644B75881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33236" y="1247989"/>
                <a:ext cx="3860800" cy="1955401"/>
              </a:xfrm>
              <a:prstGeom prst="rect">
                <a:avLst/>
              </a:prstGeom>
            </p:spPr>
          </p:pic>
          <p:sp>
            <p:nvSpPr>
              <p:cNvPr id="11" name="スクロール: 横 10">
                <a:extLst>
                  <a:ext uri="{FF2B5EF4-FFF2-40B4-BE49-F238E27FC236}">
                    <a16:creationId xmlns:a16="http://schemas.microsoft.com/office/drawing/2014/main" id="{815B2D6C-C4F4-9DBD-0AAF-BE2AA51E78D6}"/>
                  </a:ext>
                </a:extLst>
              </p:cNvPr>
              <p:cNvSpPr/>
              <p:nvPr/>
            </p:nvSpPr>
            <p:spPr>
              <a:xfrm>
                <a:off x="3676073" y="1558835"/>
                <a:ext cx="1581522" cy="731520"/>
              </a:xfrm>
              <a:prstGeom prst="horizontalScroll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ja-JP" altLang="en-US" sz="1200" b="1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小笠原 正卓</a:t>
                </a:r>
                <a:endParaRPr lang="en-US" altLang="ja-JP" sz="1200" b="1" dirty="0">
                  <a:latin typeface="BIZ UDP明朝 Medium" panose="02020500000000000000" pitchFamily="18" charset="-128"/>
                  <a:ea typeface="BIZ UDP明朝 Medium" panose="02020500000000000000" pitchFamily="18" charset="-128"/>
                </a:endParaRPr>
              </a:p>
              <a:p>
                <a:pPr algn="r"/>
                <a:r>
                  <a:rPr lang="ja-JP" altLang="en-US" sz="1200" b="1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鳳鳴 </a:t>
                </a:r>
                <a:r>
                  <a:rPr lang="en-US" altLang="ja-JP" sz="1200" b="1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46</a:t>
                </a:r>
                <a:r>
                  <a:rPr lang="ja-JP" altLang="en-US" sz="1200" b="1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期</a:t>
                </a:r>
                <a:endParaRPr lang="en-US" altLang="ja-JP" sz="1200" b="1" dirty="0">
                  <a:latin typeface="BIZ UDP明朝 Medium" panose="02020500000000000000" pitchFamily="18" charset="-128"/>
                  <a:ea typeface="BIZ UDP明朝 Medium" panose="02020500000000000000" pitchFamily="18" charset="-128"/>
                </a:endParaRPr>
              </a:p>
            </p:txBody>
          </p:sp>
          <p:pic>
            <p:nvPicPr>
              <p:cNvPr id="14" name="図 13">
                <a:extLst>
                  <a:ext uri="{FF2B5EF4-FFF2-40B4-BE49-F238E27FC236}">
                    <a16:creationId xmlns:a16="http://schemas.microsoft.com/office/drawing/2014/main" id="{E85C92EA-68D3-6D18-8AF9-640A94C495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8301" y="2526389"/>
                <a:ext cx="1567275" cy="650450"/>
              </a:xfrm>
              <a:prstGeom prst="rect">
                <a:avLst/>
              </a:prstGeom>
            </p:spPr>
          </p:pic>
          <p:pic>
            <p:nvPicPr>
              <p:cNvPr id="3" name="図 2" descr="画像">
                <a:extLst>
                  <a:ext uri="{FF2B5EF4-FFF2-40B4-BE49-F238E27FC236}">
                    <a16:creationId xmlns:a16="http://schemas.microsoft.com/office/drawing/2014/main" id="{209E34D6-18F8-434E-A1C3-6ACC3F1E53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60363" y="1788033"/>
                <a:ext cx="364351" cy="3455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751945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BIZ UDP明朝 Medium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齋藤　剛</dc:creator>
  <cp:lastModifiedBy>齋藤　剛</cp:lastModifiedBy>
  <cp:revision>10</cp:revision>
  <cp:lastPrinted>2026-05-20T09:47:32Z</cp:lastPrinted>
  <dcterms:created xsi:type="dcterms:W3CDTF">2025-06-03T23:53:26Z</dcterms:created>
  <dcterms:modified xsi:type="dcterms:W3CDTF">2026-06-03T23:46:10Z</dcterms:modified>
</cp:coreProperties>
</file>